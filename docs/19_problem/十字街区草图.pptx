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97" autoAdjust="0"/>
    <p:restoredTop sz="94660"/>
  </p:normalViewPr>
  <p:slideViewPr>
    <p:cSldViewPr snapToGrid="0">
      <p:cViewPr>
        <p:scale>
          <a:sx n="100" d="100"/>
          <a:sy n="100" d="100"/>
        </p:scale>
        <p:origin x="-749" y="-59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DCC2EA-7CFB-413A-BF0A-91887225EF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1FF3530-BD56-4920-AB2B-45789DFE4E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04B9C1D-8011-463F-8B36-3421DD015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1F773-8693-4107-B299-474781A1EDC9}" type="datetimeFigureOut">
              <a:rPr lang="zh-CN" altLang="en-US" smtClean="0"/>
              <a:t>2026/2/15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77F1FA9-CDBE-4E79-B8F7-477243343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6B322A4-F928-4194-BE64-183E88A12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378F7-8B3D-4D9D-9D33-18DC0A6FAB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66838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446050-94C7-4B29-BA96-E95B79E348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BCFA32B-94E4-4570-932C-7DA68A8738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89638AC-7891-458C-B67E-C1972834E6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1F773-8693-4107-B299-474781A1EDC9}" type="datetimeFigureOut">
              <a:rPr lang="zh-CN" altLang="en-US" smtClean="0"/>
              <a:t>2026/2/15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DEBE4F7-7163-410E-9D6C-7BB6A64BC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51B19B4-BFAC-47F1-8100-84FFEE614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378F7-8B3D-4D9D-9D33-18DC0A6FAB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44019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2FA8AA-167D-4E38-AA1D-E207F0B889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0A48C43-AF2B-4ECE-9724-D008E005B4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8A364A7-2AFD-4BB3-B001-66C9F56F3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1F773-8693-4107-B299-474781A1EDC9}" type="datetimeFigureOut">
              <a:rPr lang="zh-CN" altLang="en-US" smtClean="0"/>
              <a:t>2026/2/15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43A304F-B2BE-4298-9832-72298FA0A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2E77820-F360-40C2-830E-F4F20FF5C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378F7-8B3D-4D9D-9D33-18DC0A6FAB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25902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511E7C-7D81-4828-87F6-85655143C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35391FF-A63D-499F-A171-A2BFE6C3F0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5DB44FD-EFB0-4C34-B864-B145D5F876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F92970E-2077-449D-89CF-E708162E4C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1F773-8693-4107-B299-474781A1EDC9}" type="datetimeFigureOut">
              <a:rPr lang="zh-CN" altLang="en-US" smtClean="0"/>
              <a:t>2026/2/15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825B200-053D-47A1-A346-36A48FEE05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37A6ADF-DD14-445E-B354-F31C837E6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378F7-8B3D-4D9D-9D33-18DC0A6FAB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0687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9D65C4-4BF1-422D-BB33-54A18A3BE3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8C0F1D0-5C10-4095-8E99-B2E05CEA2B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FEE055D-6723-4E60-802D-4ED9C84B25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721A5D4-6F98-47D0-B741-F5D55B7547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DDC0613-1E74-4E64-BA41-7656F60158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871015A-BED8-4B80-98AD-DC14C0238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1F773-8693-4107-B299-474781A1EDC9}" type="datetimeFigureOut">
              <a:rPr lang="zh-CN" altLang="en-US" smtClean="0"/>
              <a:t>2026/2/15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F64A35A-79ED-4F7F-8F0C-0C33D234A1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BA289D3-46B1-4D34-A2D6-92822D375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378F7-8B3D-4D9D-9D33-18DC0A6FAB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37211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B45BAF-DA47-4B82-B56A-F92A469BAC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A13F565-5A86-4E25-B2AD-D4C8758A2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1F773-8693-4107-B299-474781A1EDC9}" type="datetimeFigureOut">
              <a:rPr lang="zh-CN" altLang="en-US" smtClean="0"/>
              <a:t>2026/2/15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048860D-98D3-40FB-9E29-DAAC53E26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740999C-5D35-4515-826D-567976805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378F7-8B3D-4D9D-9D33-18DC0A6FAB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93157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4E7AF83-C377-4FBC-BE88-2F43BC7BA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1F773-8693-4107-B299-474781A1EDC9}" type="datetimeFigureOut">
              <a:rPr lang="zh-CN" altLang="en-US" smtClean="0"/>
              <a:t>2026/2/15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22114D6-0A4D-4530-B5C0-F66D2C27F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0C0DADD-FA83-4F3B-BE07-7F663E1E6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378F7-8B3D-4D9D-9D33-18DC0A6FAB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03004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663782-476D-45CC-B2F1-BD2CD2D517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67EC97F-E2B5-42EC-A43D-3B2FB92DA9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D128428-7645-4D49-A23A-5916246485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A7C9A06-15C7-403B-A5A7-10303BB45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1F773-8693-4107-B299-474781A1EDC9}" type="datetimeFigureOut">
              <a:rPr lang="zh-CN" altLang="en-US" smtClean="0"/>
              <a:t>2026/2/15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DFB5003-6808-485F-AF24-26CA9E7C1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E000688-E344-4EE9-9EF5-0ED5206EB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378F7-8B3D-4D9D-9D33-18DC0A6FAB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92364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760BDD-2C43-408F-862B-48312EA72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7937B3E-F425-4DB3-A1FF-AC4A8614F1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9D8F3C-DD75-44DD-BA32-24C1D9A52A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4DCCB80-63CC-40CD-A263-73695623C5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1F773-8693-4107-B299-474781A1EDC9}" type="datetimeFigureOut">
              <a:rPr lang="zh-CN" altLang="en-US" smtClean="0"/>
              <a:t>2026/2/15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146166D-FB1B-4ADD-AA6F-DD207938F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C516820-78F2-4756-BA9D-F6ECE859EF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378F7-8B3D-4D9D-9D33-18DC0A6FAB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36197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76DE1B-B2C0-46E7-B7CC-42B3BCAA9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136A01E-F0C2-4251-81E0-0EBA118E05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149E703-7E4B-4199-B668-79628A8F0B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1F773-8693-4107-B299-474781A1EDC9}" type="datetimeFigureOut">
              <a:rPr lang="zh-CN" altLang="en-US" smtClean="0"/>
              <a:t>2026/2/15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169A61F-14A4-4E7A-8A49-10DD16B3F8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3EC833B-4BEE-478E-B5A4-5BDA39BC8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378F7-8B3D-4D9D-9D33-18DC0A6FAB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81893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CF2EEBF-A982-4372-8F73-7F52ECD3E2C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0FFD827-DDFE-4061-9170-F3C01C8CDF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A1794FF-ED7E-4416-99C6-A20C08CC0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1F773-8693-4107-B299-474781A1EDC9}" type="datetimeFigureOut">
              <a:rPr lang="zh-CN" altLang="en-US" smtClean="0"/>
              <a:t>2026/2/15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EF78ACB-B22A-4D0D-9ECC-E8C02FA1E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D69BFE2-E716-47EE-BDF1-DFADE1021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378F7-8B3D-4D9D-9D33-18DC0A6FAB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31624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731D692-CDA8-42E0-95C4-E904EF3322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46EE0FB-329E-4763-ABDC-F69C33A597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12B59D2-7F6D-48A3-AEEC-6601D68C78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B1F773-8693-4107-B299-474781A1EDC9}" type="datetimeFigureOut">
              <a:rPr lang="zh-CN" altLang="en-US" smtClean="0"/>
              <a:t>2026/2/15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632267E-01AC-4DD9-924C-C02F48576A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0B2FC68-5625-4743-BFA6-44B12FFC93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378F7-8B3D-4D9D-9D33-18DC0A6FAB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26676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8C6A8EB2-9C27-48EF-B576-DCD62823B300}"/>
              </a:ext>
            </a:extLst>
          </p:cNvPr>
          <p:cNvSpPr/>
          <p:nvPr/>
        </p:nvSpPr>
        <p:spPr>
          <a:xfrm>
            <a:off x="2436187" y="1357847"/>
            <a:ext cx="1695694" cy="1555224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063C258-607E-4E22-8869-E1A55D3C99E7}"/>
              </a:ext>
            </a:extLst>
          </p:cNvPr>
          <p:cNvSpPr/>
          <p:nvPr/>
        </p:nvSpPr>
        <p:spPr>
          <a:xfrm>
            <a:off x="4510314" y="1357847"/>
            <a:ext cx="1695694" cy="1555224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7A459A7-9205-4DD6-A541-3B8EEE81C0FE}"/>
              </a:ext>
            </a:extLst>
          </p:cNvPr>
          <p:cNvSpPr/>
          <p:nvPr/>
        </p:nvSpPr>
        <p:spPr>
          <a:xfrm>
            <a:off x="4510314" y="3275857"/>
            <a:ext cx="1695694" cy="1555224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A9BDD1D-C2F5-4EE7-87FF-F8C2ED69D0BE}"/>
              </a:ext>
            </a:extLst>
          </p:cNvPr>
          <p:cNvSpPr/>
          <p:nvPr/>
        </p:nvSpPr>
        <p:spPr>
          <a:xfrm>
            <a:off x="2436187" y="3275857"/>
            <a:ext cx="1695694" cy="1555224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FAA08D37-94AA-4554-AEE8-7B6DBF9F8A3A}"/>
              </a:ext>
            </a:extLst>
          </p:cNvPr>
          <p:cNvSpPr/>
          <p:nvPr/>
        </p:nvSpPr>
        <p:spPr>
          <a:xfrm>
            <a:off x="5266721" y="2995404"/>
            <a:ext cx="182880" cy="1981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847BAEF2-5FAB-48FF-B8DF-951882F9B7F7}"/>
              </a:ext>
            </a:extLst>
          </p:cNvPr>
          <p:cNvSpPr/>
          <p:nvPr/>
        </p:nvSpPr>
        <p:spPr>
          <a:xfrm>
            <a:off x="3239615" y="2927568"/>
            <a:ext cx="182880" cy="1981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5A0DEB2A-37EA-47E3-ABCD-18EB3E0616C4}"/>
              </a:ext>
            </a:extLst>
          </p:cNvPr>
          <p:cNvSpPr/>
          <p:nvPr/>
        </p:nvSpPr>
        <p:spPr>
          <a:xfrm>
            <a:off x="4321097" y="2036399"/>
            <a:ext cx="182880" cy="1981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A81D35D7-4579-46C1-84B5-946872B15D7B}"/>
              </a:ext>
            </a:extLst>
          </p:cNvPr>
          <p:cNvSpPr/>
          <p:nvPr/>
        </p:nvSpPr>
        <p:spPr>
          <a:xfrm>
            <a:off x="4180769" y="3954409"/>
            <a:ext cx="182880" cy="1981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D8C5C4EF-8BC9-434B-86CB-80F4EBF6071D}"/>
              </a:ext>
            </a:extLst>
          </p:cNvPr>
          <p:cNvCxnSpPr>
            <a:cxnSpLocks/>
            <a:stCxn id="14" idx="4"/>
          </p:cNvCxnSpPr>
          <p:nvPr/>
        </p:nvCxnSpPr>
        <p:spPr>
          <a:xfrm>
            <a:off x="4412537" y="2234519"/>
            <a:ext cx="91440" cy="28708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880D55A5-638F-413A-9DBF-9C2A3142C503}"/>
              </a:ext>
            </a:extLst>
          </p:cNvPr>
          <p:cNvCxnSpPr>
            <a:stCxn id="15" idx="0"/>
          </p:cNvCxnSpPr>
          <p:nvPr/>
        </p:nvCxnSpPr>
        <p:spPr>
          <a:xfrm flipH="1" flipV="1">
            <a:off x="4223321" y="1188720"/>
            <a:ext cx="48888" cy="27656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ED44D2BD-A00D-4895-9594-E0FB72CA876E}"/>
              </a:ext>
            </a:extLst>
          </p:cNvPr>
          <p:cNvCxnSpPr>
            <a:stCxn id="13" idx="6"/>
          </p:cNvCxnSpPr>
          <p:nvPr/>
        </p:nvCxnSpPr>
        <p:spPr>
          <a:xfrm flipV="1">
            <a:off x="3422495" y="2927568"/>
            <a:ext cx="3161185" cy="990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778C5D47-B7B8-4526-89A1-FAD93712607B}"/>
              </a:ext>
            </a:extLst>
          </p:cNvPr>
          <p:cNvCxnSpPr>
            <a:cxnSpLocks/>
            <a:stCxn id="12" idx="2"/>
          </p:cNvCxnSpPr>
          <p:nvPr/>
        </p:nvCxnSpPr>
        <p:spPr>
          <a:xfrm flipH="1">
            <a:off x="2242316" y="3094464"/>
            <a:ext cx="3024405" cy="1485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F2F82DD7-CD09-488F-9494-75C4169356C5}"/>
              </a:ext>
            </a:extLst>
          </p:cNvPr>
          <p:cNvSpPr txBox="1"/>
          <p:nvPr/>
        </p:nvSpPr>
        <p:spPr>
          <a:xfrm>
            <a:off x="2455369" y="4420570"/>
            <a:ext cx="614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(0,0)</a:t>
            </a:r>
            <a:endParaRPr lang="zh-CN" altLang="en-US" dirty="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72409C29-4B66-474D-925C-811D0EF2CC69}"/>
              </a:ext>
            </a:extLst>
          </p:cNvPr>
          <p:cNvSpPr txBox="1"/>
          <p:nvPr/>
        </p:nvSpPr>
        <p:spPr>
          <a:xfrm>
            <a:off x="3422495" y="442057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(10,0)</a:t>
            </a:r>
            <a:endParaRPr lang="zh-CN" altLang="en-US" dirty="0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D7B5682F-F333-4F1F-AF59-C75EBDD794E9}"/>
              </a:ext>
            </a:extLst>
          </p:cNvPr>
          <p:cNvSpPr txBox="1"/>
          <p:nvPr/>
        </p:nvSpPr>
        <p:spPr>
          <a:xfrm>
            <a:off x="3245093" y="332642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(10,10)</a:t>
            </a:r>
            <a:endParaRPr lang="zh-CN" altLang="en-US" dirty="0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800B152A-4936-45B0-862E-E3AC5DB53EF7}"/>
              </a:ext>
            </a:extLst>
          </p:cNvPr>
          <p:cNvSpPr txBox="1"/>
          <p:nvPr/>
        </p:nvSpPr>
        <p:spPr>
          <a:xfrm>
            <a:off x="2455369" y="3326428"/>
            <a:ext cx="8316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(0,10)</a:t>
            </a:r>
            <a:endParaRPr lang="zh-CN" altLang="en-US" dirty="0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E145D5B2-7BBD-439B-8A0E-2B3F83EDA9AD}"/>
              </a:ext>
            </a:extLst>
          </p:cNvPr>
          <p:cNvSpPr txBox="1"/>
          <p:nvPr/>
        </p:nvSpPr>
        <p:spPr>
          <a:xfrm>
            <a:off x="2508709" y="2506548"/>
            <a:ext cx="736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(0,12)</a:t>
            </a:r>
            <a:endParaRPr lang="zh-CN" altLang="en-US" dirty="0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70741146-B227-43AE-8FD5-AC62C30901E9}"/>
              </a:ext>
            </a:extLst>
          </p:cNvPr>
          <p:cNvSpPr txBox="1"/>
          <p:nvPr/>
        </p:nvSpPr>
        <p:spPr>
          <a:xfrm>
            <a:off x="2524320" y="1357846"/>
            <a:ext cx="736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(0,22)</a:t>
            </a:r>
            <a:endParaRPr lang="zh-CN" altLang="en-US" dirty="0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F9E063AE-38AF-4C8E-84EE-FB459C24D7CE}"/>
              </a:ext>
            </a:extLst>
          </p:cNvPr>
          <p:cNvSpPr txBox="1"/>
          <p:nvPr/>
        </p:nvSpPr>
        <p:spPr>
          <a:xfrm>
            <a:off x="4552865" y="2506548"/>
            <a:ext cx="8579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(12,12)</a:t>
            </a:r>
            <a:endParaRPr lang="zh-CN" altLang="en-US" dirty="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94871013-F35C-44CC-B816-3E9D9DA167C1}"/>
              </a:ext>
            </a:extLst>
          </p:cNvPr>
          <p:cNvSpPr txBox="1"/>
          <p:nvPr/>
        </p:nvSpPr>
        <p:spPr>
          <a:xfrm>
            <a:off x="5588589" y="4420570"/>
            <a:ext cx="736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(22,0)</a:t>
            </a:r>
            <a:endParaRPr lang="zh-CN" altLang="en-US" dirty="0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40020A84-C742-42BE-A46D-BE17DE26ABC3}"/>
              </a:ext>
            </a:extLst>
          </p:cNvPr>
          <p:cNvSpPr txBox="1"/>
          <p:nvPr/>
        </p:nvSpPr>
        <p:spPr>
          <a:xfrm>
            <a:off x="5380043" y="2940443"/>
            <a:ext cx="8579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(11,17)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570584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27</Words>
  <Application>Microsoft Office PowerPoint</Application>
  <PresentationFormat>宽屏</PresentationFormat>
  <Paragraphs>9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雨腾 赵</dc:creator>
  <cp:lastModifiedBy>雨腾 赵</cp:lastModifiedBy>
  <cp:revision>3</cp:revision>
  <dcterms:created xsi:type="dcterms:W3CDTF">2026-02-15T08:50:56Z</dcterms:created>
  <dcterms:modified xsi:type="dcterms:W3CDTF">2026-02-15T09:41:11Z</dcterms:modified>
</cp:coreProperties>
</file>